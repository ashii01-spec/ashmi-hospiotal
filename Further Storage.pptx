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24"/>
  </p:normalViewPr>
  <p:slideViewPr>
    <p:cSldViewPr snapToGrid="0">
      <p:cViewPr varScale="1">
        <p:scale>
          <a:sx n="106" d="100"/>
          <a:sy n="106" d="100"/>
        </p:scale>
        <p:origin x="7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EEA578ED-0CD5-0346-AC98-C50B659875BD}" type="datetimeFigureOut">
              <a:rPr lang="en-GB" smtClean="0"/>
              <a:t>15/05/2024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99F7882-B9AF-A34F-A79A-1EE4A1188A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7347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578ED-0CD5-0346-AC98-C50B659875BD}" type="datetimeFigureOut">
              <a:rPr lang="en-GB" smtClean="0"/>
              <a:t>15/05/2024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7882-B9AF-A34F-A79A-1EE4A1188A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359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A578ED-0CD5-0346-AC98-C50B659875BD}" type="datetimeFigureOut">
              <a:rPr lang="en-GB" smtClean="0"/>
              <a:t>15/05/2024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9F7882-B9AF-A34F-A79A-1EE4A1188A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8608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578ED-0CD5-0346-AC98-C50B659875BD}" type="datetimeFigureOut">
              <a:rPr lang="en-GB" smtClean="0"/>
              <a:t>15/05/2024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7882-B9AF-A34F-A79A-1EE4A1188A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139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578ED-0CD5-0346-AC98-C50B659875BD}" type="datetimeFigureOut">
              <a:rPr lang="en-GB" smtClean="0"/>
              <a:t>15/05/2024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7882-B9AF-A34F-A79A-1EE4A1188A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538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578ED-0CD5-0346-AC98-C50B659875BD}" type="datetimeFigureOut">
              <a:rPr lang="en-GB" smtClean="0"/>
              <a:t>15/05/2024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7882-B9AF-A34F-A79A-1EE4A1188A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2860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578ED-0CD5-0346-AC98-C50B659875BD}" type="datetimeFigureOut">
              <a:rPr lang="en-GB" smtClean="0"/>
              <a:t>15/05/2024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7882-B9AF-A34F-A79A-1EE4A1188A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664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578ED-0CD5-0346-AC98-C50B659875BD}" type="datetimeFigureOut">
              <a:rPr lang="en-GB" smtClean="0"/>
              <a:t>15/05/2024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7882-B9AF-A34F-A79A-1EE4A1188A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9312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578ED-0CD5-0346-AC98-C50B659875BD}" type="datetimeFigureOut">
              <a:rPr lang="en-GB" smtClean="0"/>
              <a:t>15/05/2024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7882-B9AF-A34F-A79A-1EE4A1188A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700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578ED-0CD5-0346-AC98-C50B659875BD}" type="datetimeFigureOut">
              <a:rPr lang="en-GB" smtClean="0"/>
              <a:t>15/05/2024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7882-B9AF-A34F-A79A-1EE4A1188A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5738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A578ED-0CD5-0346-AC98-C50B659875BD}" type="datetimeFigureOut">
              <a:rPr lang="en-GB" smtClean="0"/>
              <a:t>15/05/2024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9F7882-B9AF-A34F-A79A-1EE4A1188A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6484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A578ED-0CD5-0346-AC98-C50B659875BD}" type="datetimeFigureOut">
              <a:rPr lang="en-GB" smtClean="0"/>
              <a:t>15/05/2024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9F7882-B9AF-A34F-A79A-1EE4A1188AD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76137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A578ED-0CD5-0346-AC98-C50B659875BD}" type="datetimeFigureOut">
              <a:rPr lang="en-GB" smtClean="0"/>
              <a:t>15/05/2024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9F7882-B9AF-A34F-A79A-1EE4A1188A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85493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578ED-0CD5-0346-AC98-C50B659875BD}" type="datetimeFigureOut">
              <a:rPr lang="en-GB" smtClean="0"/>
              <a:t>15/05/2024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7882-B9AF-A34F-A79A-1EE4A1188A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4479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578ED-0CD5-0346-AC98-C50B659875BD}" type="datetimeFigureOut">
              <a:rPr lang="en-GB" smtClean="0"/>
              <a:t>15/05/2024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7882-B9AF-A34F-A79A-1EE4A1188A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34035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578ED-0CD5-0346-AC98-C50B659875BD}" type="datetimeFigureOut">
              <a:rPr lang="en-GB" smtClean="0"/>
              <a:t>15/05/2024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7882-B9AF-A34F-A79A-1EE4A1188A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83485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A578ED-0CD5-0346-AC98-C50B659875BD}" type="datetimeFigureOut">
              <a:rPr lang="en-GB" smtClean="0"/>
              <a:t>15/05/2024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9F7882-B9AF-A34F-A79A-1EE4A1188A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300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578ED-0CD5-0346-AC98-C50B659875BD}" type="datetimeFigureOut">
              <a:rPr lang="en-GB" smtClean="0"/>
              <a:t>15/05/2024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F7882-B9AF-A34F-A79A-1EE4A1188A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46472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flutter.dev/cookbook/persistence/key-valu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flutter.dev/cookbook/networking/send-data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flutter.dev/cookbook/networking/update-data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flutter.dev/cookbook/networking/delete-data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flutter.dev/get-started/fwe/user-input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um.com/flutter-community/building-a-chat-app-with-flutter-and-firebase-from-scratch-9eaa7f41782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5A1E8-0207-343A-3F8E-F28408199A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Saving data with flutter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C12462-94F0-378F-6481-EF58E798E4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2140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88E54-6E4B-C486-0196-3BF0FC3B9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Value Pairs – Local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EF394-F074-4A67-70EE-2E8942CFA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Basic tutorial for processing and storing key value pairs:</a:t>
            </a:r>
          </a:p>
          <a:p>
            <a:r>
              <a:rPr lang="en-GB" dirty="0">
                <a:hlinkClick r:id="rId2"/>
              </a:rPr>
              <a:t>https://docs.flutter.dev/cookbook/persistence/key-value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9747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AFDB3-36CF-0F28-5ECD-FA2082E6E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Upload data via HTTP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2E725-F598-1CF8-636C-FF94DF106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Example for uploading data via HTTP request to network based storage:</a:t>
            </a:r>
          </a:p>
          <a:p>
            <a:r>
              <a:rPr lang="en-GB" dirty="0">
                <a:hlinkClick r:id="rId2"/>
              </a:rPr>
              <a:t>https://docs.flutter.dev/cookbook/networking/send-data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8243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DB0D5-A6A0-2DD7-C93A-1F6062371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Update data via HTTP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EAEF0-F42A-D689-3C8F-346B748D7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Example for updating data via HTTP request:</a:t>
            </a:r>
          </a:p>
          <a:p>
            <a:r>
              <a:rPr lang="en-GB" dirty="0">
                <a:hlinkClick r:id="rId2"/>
              </a:rPr>
              <a:t>https://docs.flutter.dev/cookbook/networking/update-data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1134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9C715-ED88-EC4E-2562-3E9360391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Delete data via http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F872D-880B-0447-28F8-1E33382BF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Example of deleting data via HTTP request:</a:t>
            </a:r>
          </a:p>
          <a:p>
            <a:r>
              <a:rPr lang="en-GB" dirty="0">
                <a:hlinkClick r:id="rId2"/>
              </a:rPr>
              <a:t>https://docs.flutter.dev/cookbook/networking/delete-data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3810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A760-ACDC-A55A-5894-7608ECE9A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Handling User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8A789-9A67-9E33-356E-6AC17486B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Loads of great examples to look at which may help you with your user inputted data:</a:t>
            </a:r>
            <a:endParaRPr lang="en-GB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GB" dirty="0">
                <a:solidFill>
                  <a:srgbClr val="F0532B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https://docs.flutter.dev/get-started/fwe/user-input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493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92120-9EEB-0160-73B7-96098882D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Further Useful Tutorials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A8E82-0A28-38A3-E87F-AB412B48E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Building a chat app with firebase and Flutter:</a:t>
            </a:r>
          </a:p>
          <a:p>
            <a:pPr lvl="1"/>
            <a:r>
              <a:rPr lang="en-GB" dirty="0">
                <a:hlinkClick r:id="rId2"/>
              </a:rPr>
              <a:t>https://medium.com/flutter-community/building-a-chat-app-with-flutter-and-firebase-from-scratch-9eaa7f41782e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2505279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9818</TotalTime>
  <Words>166</Words>
  <Application>Microsoft Office PowerPoint</Application>
  <PresentationFormat>Widescreen</PresentationFormat>
  <Paragraphs>20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Vapor Trail</vt:lpstr>
      <vt:lpstr>Saving data with flutter</vt:lpstr>
      <vt:lpstr>Key Value Pairs – Local Storage</vt:lpstr>
      <vt:lpstr>Upload data via HTTP</vt:lpstr>
      <vt:lpstr>Update data via HTTP</vt:lpstr>
      <vt:lpstr>Delete data via http</vt:lpstr>
      <vt:lpstr>Handling User input</vt:lpstr>
      <vt:lpstr>Further Useful Tutorials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Saving data with flutter</dc:title>
  <dc:creator>Natasha Wylie</dc:creator>
  <cp:lastModifiedBy>Natasha Wylie</cp:lastModifiedBy>
  <cp:revision>4</cp:revision>
  <dcterms:created xsi:type="dcterms:W3CDTF">2024-04-16T11:39:39Z</dcterms:created>
  <dcterms:modified xsi:type="dcterms:W3CDTF">2024-05-16T04:52:31Z</dcterms:modified>
</cp:coreProperties>
</file>